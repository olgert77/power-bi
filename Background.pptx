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EEF3"/>
    <a:srgbClr val="F3F4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CCFA8-95F5-B2A1-B1A0-1512F0F26B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F8410D-7D0C-944B-A0A1-E83BB2F7EC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056E45-35D2-38A2-0E6D-BC3F77B89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8391-A7E2-48EF-BE06-0A3D5965944E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786212-34E3-6FCF-3EE2-BBDA9A416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409D94-C627-B18B-C3E6-933031824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EBAF9-ECFD-4278-A6B3-3D9A8DC75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662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2E518-A6E4-FEDC-3746-D8070F591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AAB1E-B910-4485-8441-AF50F19248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184196-6046-D317-7722-93CF42D9F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8391-A7E2-48EF-BE06-0A3D5965944E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B82AD5-7C3F-7C0E-FB81-F81ED4E1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3F12A0-DA1C-9D68-6AC3-865AC8943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EBAF9-ECFD-4278-A6B3-3D9A8DC75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137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92E91-EE12-18EF-23F8-A9E9D1192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D4ABE4-946A-E0F5-1DC6-7BDC7C79BE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915EB-513B-8BB7-3551-E7761797B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8391-A7E2-48EF-BE06-0A3D5965944E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7FDE1D-1386-0FB7-07C1-88FA6F2A4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EB0965-F539-2664-0E0C-3098EA6CA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EBAF9-ECFD-4278-A6B3-3D9A8DC75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579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4B46B-DE92-0A1F-AE8B-CFE8E74FB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281F68-5AF5-23BF-E742-D538A1D3CB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79112D-C3EF-9D5C-E7F2-4028FE5556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7DC194-D7F7-F0A8-0CDC-689C970E8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8391-A7E2-48EF-BE06-0A3D5965944E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93095C-1A3A-2C0E-0113-22EC04FBB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21DB91-47C6-5C35-8E8A-F58FB1C7B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EBAF9-ECFD-4278-A6B3-3D9A8DC75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0263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67537-C55B-CD4F-AE54-D21C799DA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9C11C4-D8EC-FE5E-B227-B043D45EA9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059865-87A9-A432-A6AD-95E013B0BA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2A7F25-B4A9-58A9-E28A-D5FCD87029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968519-AF1C-9893-B92E-B4B5B2CAE8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7EDC3B-12F2-46D8-657E-44C70C01D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8391-A7E2-48EF-BE06-0A3D5965944E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EE486A-439A-0538-A4D7-741EEED3E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00A0B4-E7D1-C14C-7503-43EB41967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EBAF9-ECFD-4278-A6B3-3D9A8DC75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0632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FA4D3-B32F-B153-C2A1-8C4C44589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4BE51D-4ADE-E7B8-1555-69DF74CC8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8391-A7E2-48EF-BE06-0A3D5965944E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120751-E5A2-48CC-529F-08813DABC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B49365-C13B-F364-2631-B4982C3A3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EBAF9-ECFD-4278-A6B3-3D9A8DC75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2904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3CF530-DD7B-8EF2-CF78-4959F467A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8391-A7E2-48EF-BE06-0A3D5965944E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5195D3-16F5-7ABB-A710-A3610997E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F3BE9F-9E2B-B892-D0D8-16497A6D8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EBAF9-ECFD-4278-A6B3-3D9A8DC75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872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7A174-F7EF-E1E6-51E2-CAA0AC915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3200A2-CE33-4170-0807-A00637A747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EB3567-61E9-2798-8A50-64F9E73A3B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482B96-C049-B07C-2F66-602BAFE0C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8391-A7E2-48EF-BE06-0A3D5965944E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54AC8F-78FE-A484-85BD-99D9C4F49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A52F22-FB31-FC73-5BE0-638A32E1D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EBAF9-ECFD-4278-A6B3-3D9A8DC75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782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657F3-21D2-3F9C-9E35-9C0DAA04F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B3826E-BBCB-5CC4-82CC-679D8C30AB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E8301C-CC91-88B2-5A02-ED421F98AF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768496-ACAE-E7BF-B570-5E9B13E34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8391-A7E2-48EF-BE06-0A3D5965944E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094994-51E7-5C9B-DD3C-5CBC98FB7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0C53EF-F0EE-3CA1-E5E5-2B917CF4C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EBAF9-ECFD-4278-A6B3-3D9A8DC75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913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EB2FE-ADF1-8816-7B43-F559636A5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FA2C6E-B781-5D37-65A0-DE98919568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497C95-C321-7E70-8B49-4B7B1E7D9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8391-A7E2-48EF-BE06-0A3D5965944E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DDD5C5-5479-D3A9-B3A1-3C13B65C1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D8164A-2E35-633D-CE5D-E9345A250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EBAF9-ECFD-4278-A6B3-3D9A8DC75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814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C73C59-6F0C-8F1E-58ED-427B227202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42B85A-D134-A95D-0F25-066D4D8E8A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507EF2-B1B8-B183-68B2-9DDE37884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8391-A7E2-48EF-BE06-0A3D5965944E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893587-A1C9-8FC7-9DC6-8ED37B4BA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E9421F-292C-15E7-BA3C-283EB208B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EBAF9-ECFD-4278-A6B3-3D9A8DC75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403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0EE145-D15A-DAEC-668D-D9EBF56F5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CE5D74-49B5-FA6A-B40A-17AE071BB5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7CCBD7-D329-BBFD-8832-C336599EDD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EB8391-A7E2-48EF-BE06-0A3D5965944E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561D00-2D6F-2BCF-E68D-0CF8DE069D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2FBC39-B8B0-7DDF-9A45-48D8208ECC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0EBAF9-ECFD-4278-A6B3-3D9A8DC75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644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56EB786-2321-4664-D6CC-56640626A3ED}"/>
              </a:ext>
            </a:extLst>
          </p:cNvPr>
          <p:cNvSpPr/>
          <p:nvPr/>
        </p:nvSpPr>
        <p:spPr>
          <a:xfrm>
            <a:off x="0" y="-1"/>
            <a:ext cx="12192000" cy="6839905"/>
          </a:xfrm>
          <a:prstGeom prst="roundRect">
            <a:avLst>
              <a:gd name="adj" fmla="val 2018"/>
            </a:avLst>
          </a:prstGeom>
          <a:solidFill>
            <a:srgbClr val="F3F4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2D8CFD2-396F-5236-6503-930408693573}"/>
              </a:ext>
            </a:extLst>
          </p:cNvPr>
          <p:cNvGrpSpPr/>
          <p:nvPr/>
        </p:nvGrpSpPr>
        <p:grpSpPr>
          <a:xfrm>
            <a:off x="94031" y="57006"/>
            <a:ext cx="12035399" cy="6694979"/>
            <a:chOff x="94031" y="57006"/>
            <a:chExt cx="12035399" cy="6694979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35FD1773-B0ED-6AFD-6CC1-18FA0450B9AA}"/>
                </a:ext>
              </a:extLst>
            </p:cNvPr>
            <p:cNvGrpSpPr/>
            <p:nvPr/>
          </p:nvGrpSpPr>
          <p:grpSpPr>
            <a:xfrm>
              <a:off x="2422257" y="57007"/>
              <a:ext cx="2358000" cy="1363233"/>
              <a:chOff x="1219199" y="618067"/>
              <a:chExt cx="1871134" cy="821266"/>
            </a:xfrm>
          </p:grpSpPr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A62DB25A-ACB8-1BE4-A6B4-E673EFCAECB9}"/>
                  </a:ext>
                </a:extLst>
              </p:cNvPr>
              <p:cNvSpPr/>
              <p:nvPr/>
            </p:nvSpPr>
            <p:spPr>
              <a:xfrm>
                <a:off x="1219199" y="618067"/>
                <a:ext cx="1871133" cy="821266"/>
              </a:xfrm>
              <a:prstGeom prst="roundRect">
                <a:avLst>
                  <a:gd name="adj" fmla="val 9560"/>
                </a:avLst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  <a:effectLst>
                <a:outerShdw blurRad="139700" dist="127000" dir="13500000" algn="br" rotWithShape="0">
                  <a:schemeClr val="bg1"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705B51D6-D68E-C04B-507C-4315962DFD19}"/>
                  </a:ext>
                </a:extLst>
              </p:cNvPr>
              <p:cNvSpPr/>
              <p:nvPr/>
            </p:nvSpPr>
            <p:spPr>
              <a:xfrm>
                <a:off x="1219200" y="618067"/>
                <a:ext cx="1871133" cy="821266"/>
              </a:xfrm>
              <a:prstGeom prst="roundRect">
                <a:avLst>
                  <a:gd name="adj" fmla="val 9560"/>
                </a:avLst>
              </a:prstGeom>
              <a:gradFill>
                <a:gsLst>
                  <a:gs pos="0">
                    <a:srgbClr val="EDEEF3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ffectLst>
                <a:outerShdw blurRad="190500" dist="190500" dir="2700000" algn="tl" rotWithShape="0">
                  <a:schemeClr val="bg1">
                    <a:lumMod val="6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36F7D1AD-C520-CE10-D8BD-E790361B441F}"/>
                </a:ext>
              </a:extLst>
            </p:cNvPr>
            <p:cNvGrpSpPr/>
            <p:nvPr/>
          </p:nvGrpSpPr>
          <p:grpSpPr>
            <a:xfrm>
              <a:off x="4871981" y="57007"/>
              <a:ext cx="2358000" cy="1363233"/>
              <a:chOff x="1219199" y="618067"/>
              <a:chExt cx="1871134" cy="821266"/>
            </a:xfrm>
          </p:grpSpPr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5F9EC171-34AE-6B5F-BEB0-C996515134CF}"/>
                  </a:ext>
                </a:extLst>
              </p:cNvPr>
              <p:cNvSpPr/>
              <p:nvPr/>
            </p:nvSpPr>
            <p:spPr>
              <a:xfrm>
                <a:off x="1219199" y="618067"/>
                <a:ext cx="1871133" cy="821266"/>
              </a:xfrm>
              <a:prstGeom prst="roundRect">
                <a:avLst>
                  <a:gd name="adj" fmla="val 9560"/>
                </a:avLst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  <a:effectLst>
                <a:outerShdw blurRad="139700" dist="127000" dir="13500000" algn="br" rotWithShape="0">
                  <a:schemeClr val="bg1"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3952F26D-720C-0990-33FC-9C27CCD22C7E}"/>
                  </a:ext>
                </a:extLst>
              </p:cNvPr>
              <p:cNvSpPr/>
              <p:nvPr/>
            </p:nvSpPr>
            <p:spPr>
              <a:xfrm>
                <a:off x="1219200" y="618067"/>
                <a:ext cx="1871133" cy="821266"/>
              </a:xfrm>
              <a:prstGeom prst="roundRect">
                <a:avLst>
                  <a:gd name="adj" fmla="val 9560"/>
                </a:avLst>
              </a:prstGeom>
              <a:gradFill>
                <a:gsLst>
                  <a:gs pos="0">
                    <a:srgbClr val="EDEEF3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ffectLst>
                <a:outerShdw blurRad="190500" dist="190500" dir="2700000" algn="tl" rotWithShape="0">
                  <a:schemeClr val="bg1">
                    <a:lumMod val="6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0CFBDA5F-CE0D-3FC1-BE63-E644B4640DF7}"/>
                </a:ext>
              </a:extLst>
            </p:cNvPr>
            <p:cNvGrpSpPr/>
            <p:nvPr/>
          </p:nvGrpSpPr>
          <p:grpSpPr>
            <a:xfrm>
              <a:off x="7321705" y="57007"/>
              <a:ext cx="2358000" cy="1363233"/>
              <a:chOff x="1219199" y="618067"/>
              <a:chExt cx="1871134" cy="821266"/>
            </a:xfrm>
          </p:grpSpPr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CE8A3F74-3D50-3431-3FE2-8C855D5CAD72}"/>
                  </a:ext>
                </a:extLst>
              </p:cNvPr>
              <p:cNvSpPr/>
              <p:nvPr/>
            </p:nvSpPr>
            <p:spPr>
              <a:xfrm>
                <a:off x="1219199" y="618067"/>
                <a:ext cx="1871133" cy="821266"/>
              </a:xfrm>
              <a:prstGeom prst="roundRect">
                <a:avLst>
                  <a:gd name="adj" fmla="val 9560"/>
                </a:avLst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  <a:effectLst>
                <a:outerShdw blurRad="139700" dist="127000" dir="13500000" algn="br" rotWithShape="0">
                  <a:schemeClr val="bg1"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FFFB4382-201A-8708-7820-2205B710B89F}"/>
                  </a:ext>
                </a:extLst>
              </p:cNvPr>
              <p:cNvSpPr/>
              <p:nvPr/>
            </p:nvSpPr>
            <p:spPr>
              <a:xfrm>
                <a:off x="1219200" y="618067"/>
                <a:ext cx="1871133" cy="821266"/>
              </a:xfrm>
              <a:prstGeom prst="roundRect">
                <a:avLst>
                  <a:gd name="adj" fmla="val 9560"/>
                </a:avLst>
              </a:prstGeom>
              <a:gradFill>
                <a:gsLst>
                  <a:gs pos="0">
                    <a:srgbClr val="EDEEF3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ffectLst>
                <a:outerShdw blurRad="190500" dist="190500" dir="2700000" algn="tl" rotWithShape="0">
                  <a:schemeClr val="bg1">
                    <a:lumMod val="6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783D7723-22F7-C448-0D8C-8FF749ED6ADA}"/>
                </a:ext>
              </a:extLst>
            </p:cNvPr>
            <p:cNvGrpSpPr/>
            <p:nvPr/>
          </p:nvGrpSpPr>
          <p:grpSpPr>
            <a:xfrm>
              <a:off x="9769742" y="57006"/>
              <a:ext cx="2358000" cy="1363234"/>
              <a:chOff x="8500704" y="-307061"/>
              <a:chExt cx="2358000" cy="1363234"/>
            </a:xfrm>
          </p:grpSpPr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41E2C88B-63C5-9F5C-1285-C3B6622E94CB}"/>
                  </a:ext>
                </a:extLst>
              </p:cNvPr>
              <p:cNvSpPr/>
              <p:nvPr/>
            </p:nvSpPr>
            <p:spPr>
              <a:xfrm>
                <a:off x="8500705" y="-307060"/>
                <a:ext cx="2357999" cy="1363233"/>
              </a:xfrm>
              <a:prstGeom prst="roundRect">
                <a:avLst>
                  <a:gd name="adj" fmla="val 9560"/>
                </a:avLst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  <a:effectLst>
                <a:outerShdw blurRad="139700" dist="127000" dir="13500000" algn="br" rotWithShape="0">
                  <a:schemeClr val="bg1"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43BF2073-1067-11EF-D60E-0987A3612F6E}"/>
                  </a:ext>
                </a:extLst>
              </p:cNvPr>
              <p:cNvSpPr/>
              <p:nvPr/>
            </p:nvSpPr>
            <p:spPr>
              <a:xfrm>
                <a:off x="8500704" y="-307061"/>
                <a:ext cx="2357999" cy="1363233"/>
              </a:xfrm>
              <a:prstGeom prst="roundRect">
                <a:avLst>
                  <a:gd name="adj" fmla="val 9560"/>
                </a:avLst>
              </a:prstGeom>
              <a:gradFill>
                <a:gsLst>
                  <a:gs pos="0">
                    <a:srgbClr val="EDEEF3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ffectLst>
                <a:outerShdw blurRad="190500" dist="190500" dir="2700000" algn="tl" rotWithShape="0">
                  <a:schemeClr val="bg1">
                    <a:lumMod val="6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65093234-2E3D-F9F7-C317-015E93FE16CE}"/>
                </a:ext>
              </a:extLst>
            </p:cNvPr>
            <p:cNvGrpSpPr/>
            <p:nvPr/>
          </p:nvGrpSpPr>
          <p:grpSpPr>
            <a:xfrm>
              <a:off x="94031" y="1400784"/>
              <a:ext cx="2235600" cy="5351201"/>
              <a:chOff x="1219199" y="618067"/>
              <a:chExt cx="1871134" cy="821266"/>
            </a:xfrm>
          </p:grpSpPr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2FA5936D-03DC-A7EF-3804-07D24FD5B77B}"/>
                  </a:ext>
                </a:extLst>
              </p:cNvPr>
              <p:cNvSpPr/>
              <p:nvPr/>
            </p:nvSpPr>
            <p:spPr>
              <a:xfrm>
                <a:off x="1219199" y="618067"/>
                <a:ext cx="1871133" cy="821266"/>
              </a:xfrm>
              <a:prstGeom prst="roundRect">
                <a:avLst>
                  <a:gd name="adj" fmla="val 9560"/>
                </a:avLst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  <a:effectLst>
                <a:outerShdw blurRad="139700" dist="127000" dir="13500000" algn="br" rotWithShape="0">
                  <a:schemeClr val="bg1"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55ADF123-AC37-A097-4E39-F449098F8FFA}"/>
                  </a:ext>
                </a:extLst>
              </p:cNvPr>
              <p:cNvSpPr/>
              <p:nvPr/>
            </p:nvSpPr>
            <p:spPr>
              <a:xfrm>
                <a:off x="1219200" y="618067"/>
                <a:ext cx="1871133" cy="821266"/>
              </a:xfrm>
              <a:prstGeom prst="roundRect">
                <a:avLst>
                  <a:gd name="adj" fmla="val 4358"/>
                </a:avLst>
              </a:prstGeom>
              <a:gradFill>
                <a:gsLst>
                  <a:gs pos="0">
                    <a:srgbClr val="EDEEF3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ffectLst>
                <a:outerShdw blurRad="190500" dist="190500" dir="2700000" algn="tl" rotWithShape="0">
                  <a:schemeClr val="bg1">
                    <a:lumMod val="6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F3AA013-9E69-0423-649C-E7F249800CDB}"/>
                </a:ext>
              </a:extLst>
            </p:cNvPr>
            <p:cNvGrpSpPr/>
            <p:nvPr/>
          </p:nvGrpSpPr>
          <p:grpSpPr>
            <a:xfrm>
              <a:off x="2427430" y="1507710"/>
              <a:ext cx="9702000" cy="2605728"/>
              <a:chOff x="1219199" y="618067"/>
              <a:chExt cx="1871134" cy="821266"/>
            </a:xfrm>
          </p:grpSpPr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4BE9D43D-4A54-032D-9176-ABF59CF950BF}"/>
                  </a:ext>
                </a:extLst>
              </p:cNvPr>
              <p:cNvSpPr/>
              <p:nvPr/>
            </p:nvSpPr>
            <p:spPr>
              <a:xfrm>
                <a:off x="1219199" y="618067"/>
                <a:ext cx="1871133" cy="821266"/>
              </a:xfrm>
              <a:prstGeom prst="roundRect">
                <a:avLst>
                  <a:gd name="adj" fmla="val 9560"/>
                </a:avLst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  <a:effectLst>
                <a:outerShdw blurRad="139700" dist="127000" dir="13500000" algn="br" rotWithShape="0">
                  <a:schemeClr val="bg1"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" name="Rectangle: Rounded Corners 14">
                <a:extLst>
                  <a:ext uri="{FF2B5EF4-FFF2-40B4-BE49-F238E27FC236}">
                    <a16:creationId xmlns:a16="http://schemas.microsoft.com/office/drawing/2014/main" id="{65BE7EEB-B937-5081-2598-A769CE5852C1}"/>
                  </a:ext>
                </a:extLst>
              </p:cNvPr>
              <p:cNvSpPr/>
              <p:nvPr/>
            </p:nvSpPr>
            <p:spPr>
              <a:xfrm>
                <a:off x="1219200" y="618067"/>
                <a:ext cx="1871133" cy="821266"/>
              </a:xfrm>
              <a:prstGeom prst="roundRect">
                <a:avLst>
                  <a:gd name="adj" fmla="val 3587"/>
                </a:avLst>
              </a:prstGeom>
              <a:gradFill>
                <a:gsLst>
                  <a:gs pos="0">
                    <a:srgbClr val="EDEEF3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ffectLst>
                <a:outerShdw blurRad="190500" dist="190500" dir="2700000" algn="tl" rotWithShape="0">
                  <a:schemeClr val="bg1">
                    <a:lumMod val="6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57EE09A2-E989-B328-BA70-5A5CEDE94246}"/>
                </a:ext>
              </a:extLst>
            </p:cNvPr>
            <p:cNvGrpSpPr/>
            <p:nvPr/>
          </p:nvGrpSpPr>
          <p:grpSpPr>
            <a:xfrm>
              <a:off x="2422257" y="4201356"/>
              <a:ext cx="4777200" cy="2550629"/>
              <a:chOff x="1219199" y="618067"/>
              <a:chExt cx="1871134" cy="821266"/>
            </a:xfrm>
          </p:grpSpPr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5765C96F-D96B-2D0B-D40F-87BFD77CB515}"/>
                  </a:ext>
                </a:extLst>
              </p:cNvPr>
              <p:cNvSpPr/>
              <p:nvPr/>
            </p:nvSpPr>
            <p:spPr>
              <a:xfrm>
                <a:off x="1219199" y="618067"/>
                <a:ext cx="1871133" cy="821266"/>
              </a:xfrm>
              <a:prstGeom prst="roundRect">
                <a:avLst>
                  <a:gd name="adj" fmla="val 9560"/>
                </a:avLst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  <a:effectLst>
                <a:outerShdw blurRad="139700" dist="127000" dir="13500000" algn="br" rotWithShape="0">
                  <a:schemeClr val="bg1"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E6C3FA70-FFD6-DC01-A7F4-56C37AC4C5C1}"/>
                  </a:ext>
                </a:extLst>
              </p:cNvPr>
              <p:cNvSpPr/>
              <p:nvPr/>
            </p:nvSpPr>
            <p:spPr>
              <a:xfrm>
                <a:off x="1219200" y="618067"/>
                <a:ext cx="1871133" cy="821266"/>
              </a:xfrm>
              <a:prstGeom prst="roundRect">
                <a:avLst>
                  <a:gd name="adj" fmla="val 3839"/>
                </a:avLst>
              </a:prstGeom>
              <a:gradFill>
                <a:gsLst>
                  <a:gs pos="0">
                    <a:srgbClr val="EDEEF3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ffectLst>
                <a:outerShdw blurRad="190500" dist="190500" dir="2700000" algn="tl" rotWithShape="0">
                  <a:schemeClr val="bg1">
                    <a:lumMod val="6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4BA8E9E9-E9C4-1A05-4FBB-0AE25690D982}"/>
                </a:ext>
              </a:extLst>
            </p:cNvPr>
            <p:cNvGrpSpPr/>
            <p:nvPr/>
          </p:nvGrpSpPr>
          <p:grpSpPr>
            <a:xfrm>
              <a:off x="7347057" y="4201356"/>
              <a:ext cx="4777200" cy="2550629"/>
              <a:chOff x="1219199" y="618067"/>
              <a:chExt cx="1871134" cy="821266"/>
            </a:xfrm>
          </p:grpSpPr>
          <p:sp>
            <p:nvSpPr>
              <p:cNvPr id="32" name="Rectangle: Rounded Corners 31">
                <a:extLst>
                  <a:ext uri="{FF2B5EF4-FFF2-40B4-BE49-F238E27FC236}">
                    <a16:creationId xmlns:a16="http://schemas.microsoft.com/office/drawing/2014/main" id="{8F47D1F1-AD1B-CB17-C4DC-191B4A6C82EE}"/>
                  </a:ext>
                </a:extLst>
              </p:cNvPr>
              <p:cNvSpPr/>
              <p:nvPr/>
            </p:nvSpPr>
            <p:spPr>
              <a:xfrm>
                <a:off x="1219199" y="618067"/>
                <a:ext cx="1871133" cy="821266"/>
              </a:xfrm>
              <a:prstGeom prst="roundRect">
                <a:avLst>
                  <a:gd name="adj" fmla="val 9560"/>
                </a:avLst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  <a:effectLst>
                <a:outerShdw blurRad="139700" dist="127000" dir="13500000" algn="br" rotWithShape="0">
                  <a:schemeClr val="bg1"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201AFF5F-79E0-74D7-CDE4-2C80D45779B4}"/>
                  </a:ext>
                </a:extLst>
              </p:cNvPr>
              <p:cNvSpPr/>
              <p:nvPr/>
            </p:nvSpPr>
            <p:spPr>
              <a:xfrm>
                <a:off x="1219200" y="618067"/>
                <a:ext cx="1871133" cy="821266"/>
              </a:xfrm>
              <a:prstGeom prst="roundRect">
                <a:avLst>
                  <a:gd name="adj" fmla="val 3839"/>
                </a:avLst>
              </a:prstGeom>
              <a:gradFill>
                <a:gsLst>
                  <a:gs pos="0">
                    <a:srgbClr val="EDEEF3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ffectLst>
                <a:outerShdw blurRad="190500" dist="190500" dir="2700000" algn="tl" rotWithShape="0">
                  <a:schemeClr val="bg1">
                    <a:lumMod val="6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597000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Teva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Oleksandr Poluk</dc:creator>
  <cp:lastModifiedBy>Oleksandr Poluk</cp:lastModifiedBy>
  <cp:revision>4</cp:revision>
  <dcterms:created xsi:type="dcterms:W3CDTF">2026-06-07T10:48:10Z</dcterms:created>
  <dcterms:modified xsi:type="dcterms:W3CDTF">2026-06-07T11:33:48Z</dcterms:modified>
</cp:coreProperties>
</file>